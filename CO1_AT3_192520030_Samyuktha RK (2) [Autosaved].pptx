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1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8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4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4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5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9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86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6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8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77A0-5AC5-9EF3-32B3-575C90DA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9351"/>
            <a:ext cx="9144000" cy="2387600"/>
          </a:xfrm>
        </p:spPr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541CC-9515-9FEA-3E52-D7FA0DF5C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8430" y="1958296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Introduction to DBMS</a:t>
            </a:r>
            <a:endParaRPr lang="en-IN" sz="48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BF12C-536C-8A2F-3226-62A3837B9E9C}"/>
              </a:ext>
            </a:extLst>
          </p:cNvPr>
          <p:cNvSpPr txBox="1"/>
          <p:nvPr/>
        </p:nvSpPr>
        <p:spPr>
          <a:xfrm>
            <a:off x="8655170" y="4784785"/>
            <a:ext cx="3174521" cy="1319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Rk.Samyuktha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 192520030</a:t>
            </a:r>
            <a:endParaRPr lang="en-IN" sz="28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7C9BC-E9E0-F5A6-F765-84C7F8E579D5}"/>
              </a:ext>
            </a:extLst>
          </p:cNvPr>
          <p:cNvSpPr txBox="1"/>
          <p:nvPr/>
        </p:nvSpPr>
        <p:spPr>
          <a:xfrm>
            <a:off x="79830" y="4618605"/>
            <a:ext cx="6683828" cy="169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COURSE CODE:CSA0508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COURSE:DATABASE MANAGEMENT SYSTEM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UNDER GUIDANCE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OF:Dr.AYYAPPAN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 G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31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1449-8392-EFDA-001C-33C40F47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81" y="607300"/>
            <a:ext cx="8696808" cy="1250255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INTRODUCTION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BE4E-17D8-2690-E29B-30720807D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5" y="2054937"/>
            <a:ext cx="7977611" cy="41957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DBMS stands for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Database Management System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just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It is software used to manage databases </a:t>
            </a:r>
          </a:p>
          <a:p>
            <a:pPr algn="just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Stores and organizes large amounts of data </a:t>
            </a:r>
          </a:p>
          <a:p>
            <a:pPr algn="just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Allows users to create, access, update, and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delete data </a:t>
            </a:r>
          </a:p>
          <a:p>
            <a:pPr algn="just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Acts as an interface between users and databases </a:t>
            </a:r>
          </a:p>
          <a:p>
            <a:pPr algn="just"/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Examples include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MySQL, Oracle, PostgreSQL, and SQL Server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IN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AF7B5-8C59-BF7C-2C7B-93D7AA774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930" y="1088571"/>
            <a:ext cx="3519412" cy="452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13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8DA4-60E7-4108-5710-0F25E4E2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05" y="474617"/>
            <a:ext cx="10895106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OBJECTIVES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D8E1-413D-551B-922F-9E09312C6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005" y="2090466"/>
            <a:ext cx="11290484" cy="3364422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Provides a systematic method for storing data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Enables efficient data retrieval and processing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Maintains data accuracy and consistency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Provides security and controlled data access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Supports multiple users and concurrent data access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Provides backup and recovery facilities</a:t>
            </a:r>
          </a:p>
          <a:p>
            <a:pPr marL="0" indent="0">
              <a:buNone/>
            </a:pPr>
            <a:endParaRPr lang="en-IN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46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0B8D-4C6F-DEFA-9593-ED3BEC68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ADVANTAGES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362E-9976-E6B1-AD00-79D953B8B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Reduces data redundancy and duplication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Prevents data inconsistency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Improves data security and privacy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Supports data sharing among multiple users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Maintains data integrity and accuracy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Provides backup, recovery, and data independence</a:t>
            </a:r>
          </a:p>
        </p:txBody>
      </p:sp>
    </p:spTree>
    <p:extLst>
      <p:ext uri="{BB962C8B-B14F-4D97-AF65-F5344CB8AC3E}">
        <p14:creationId xmlns:p14="http://schemas.microsoft.com/office/powerpoint/2010/main" val="3822419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41D2-CA7E-6314-BEAA-3B2AA00B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37" y="452846"/>
            <a:ext cx="10895106" cy="13255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6F14-CC5D-F416-A855-A329C9144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065" y="1869622"/>
            <a:ext cx="7458849" cy="41957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DBMS is widely used in: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Banking – Customer accounts and transactions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Hospitals – Patient records and appointments 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Universities – Student information and examination systems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E-commerce – Product and order management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Airline Reservation – Ticket booking and scheduling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Libraries – Book catalog and issue/return records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Introduction of DBMS - GeeksforGeeks">
            <a:extLst>
              <a:ext uri="{FF2B5EF4-FFF2-40B4-BE49-F238E27FC236}">
                <a16:creationId xmlns:a16="http://schemas.microsoft.com/office/drawing/2014/main" id="{76A4A179-73D7-C887-CDF9-74C39050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914" y="1956707"/>
            <a:ext cx="4350657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82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185F-B90A-D163-1BE8-5CEAC661E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79" y="445588"/>
            <a:ext cx="10895106" cy="13255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4E8D-8EE8-91AE-B712-A1D10F08C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94" y="1927679"/>
            <a:ext cx="11660735" cy="419576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DBMS is essential for modern data management 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It efficiently stores and organizes large amounts of data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It improves data security and reliability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It reduces redundancy and maintains consistency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It enables fast access to important information</a:t>
            </a:r>
          </a:p>
          <a:p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DBMS supports diverse applications across many industries</a:t>
            </a:r>
          </a:p>
        </p:txBody>
      </p:sp>
    </p:spTree>
    <p:extLst>
      <p:ext uri="{BB962C8B-B14F-4D97-AF65-F5344CB8AC3E}">
        <p14:creationId xmlns:p14="http://schemas.microsoft.com/office/powerpoint/2010/main" val="3674033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BEA6-EA36-962F-827D-4BEC33BE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063" y="2640176"/>
            <a:ext cx="10895106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THANKYOU</a:t>
            </a:r>
            <a:endParaRPr lang="en-IN" sz="5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080166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Dappled</Template>
  <TotalTime>1419</TotalTime>
  <Words>245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AvenirNext LT Pro Medium</vt:lpstr>
      <vt:lpstr>Sabon Next LT</vt:lpstr>
      <vt:lpstr>DappledVTI</vt:lpstr>
      <vt:lpstr> </vt:lpstr>
      <vt:lpstr>INTRODUCTION</vt:lpstr>
      <vt:lpstr>OBJECTIVES</vt:lpstr>
      <vt:lpstr>ADVANTAGES</vt:lpstr>
      <vt:lpstr>REAL-WORLD APPLICATIONS</vt:lpstr>
      <vt:lpstr>CONCLUSION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Samyuktha Ramkumar</dc:creator>
  <cp:lastModifiedBy>Samyuktha Ramkumar</cp:lastModifiedBy>
  <cp:revision>2</cp:revision>
  <dcterms:created xsi:type="dcterms:W3CDTF">2026-07-20T02:45:06Z</dcterms:created>
  <dcterms:modified xsi:type="dcterms:W3CDTF">2026-07-25T06:08:57Z</dcterms:modified>
</cp:coreProperties>
</file>